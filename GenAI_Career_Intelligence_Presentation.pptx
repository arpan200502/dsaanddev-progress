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GenAI Career Intelligence Platform</a:t>
            </a:r>
          </a:p>
          <a:p>
            <a:r>
              <a:t>Beyond Resume Builders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Millions of job seekers rely on resumes that look good on paper but fail in interviews.</a:t>
            </a:r>
          </a:p>
          <a:p>
            <a:r>
              <a:t>Existing tools focus on formatting or keyword stuffing, not real skill validation or interview readiness.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 shortlisting is broken.</a:t>
            </a:r>
          </a:p>
          <a:p>
            <a:r>
              <a:t>Candidates inflate skills to pass ATS, recruiters lose trust, and candidates fail interviews.</a:t>
            </a:r>
          </a:p>
          <a:p>
            <a:r>
              <a:t>There is no system that bridges resumes with real interview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Users:</a:t>
            </a:r>
          </a:p>
          <a:p>
            <a:r>
              <a:t>- Students</a:t>
            </a:r>
          </a:p>
          <a:p>
            <a:r>
              <a:t>- Job seekers</a:t>
            </a:r>
          </a:p>
          <a:p>
            <a:r>
              <a:t>- Fresh graduates</a:t>
            </a:r>
          </a:p>
          <a:p/>
          <a:p>
            <a:r>
              <a:t>Use Case:</a:t>
            </a:r>
          </a:p>
          <a:p>
            <a:r>
              <a:t>Build resumes, analyze job fit, and simulate interviews using GenAI.</a:t>
            </a:r>
          </a:p>
          <a:p>
            <a:r>
              <a:t>Domain: Education + Open Novel Innovation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GenAI-powered pipeline:</a:t>
            </a:r>
          </a:p>
          <a:p>
            <a:r>
              <a:t>- Resume generation from raw or voice input</a:t>
            </a:r>
          </a:p>
          <a:p>
            <a:r>
              <a:t>- Resume vs Job Description semantic analysis</a:t>
            </a:r>
          </a:p>
          <a:p>
            <a:r>
              <a:t>- Detection of weak or boastable skill claims</a:t>
            </a:r>
          </a:p>
          <a:p>
            <a:r>
              <a:t>- AI-driven interview simulation and evaluation</a:t>
            </a:r>
          </a:p>
          <a:p/>
          <a:p>
            <a:r>
              <a:t>Models: Groq / Gemini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/ 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User-uploaded resumes (PDF)</a:t>
            </a:r>
          </a:p>
          <a:p>
            <a:r>
              <a:t>- Job descriptions provided by users</a:t>
            </a:r>
          </a:p>
          <a:p>
            <a:r>
              <a:t>- Generated interview interactions</a:t>
            </a:r>
          </a:p>
          <a:p/>
          <a:p>
            <a:r>
              <a:t>No static dataset dependency; system works on real-world inputs.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Metrics:</a:t>
            </a:r>
          </a:p>
          <a:p>
            <a:r>
              <a:t>- Resume–JD match score</a:t>
            </a:r>
          </a:p>
          <a:p>
            <a:r>
              <a:t>- Skill confidence mapping</a:t>
            </a:r>
          </a:p>
          <a:p>
            <a:r>
              <a:t>- Interview readiness score</a:t>
            </a:r>
          </a:p>
          <a:p/>
          <a:p>
            <a:r>
              <a:t>Validation:</a:t>
            </a:r>
          </a:p>
          <a:p>
            <a:r>
              <a:t>Compare AI feedback against expected recruiter evaluation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Novelty &amp;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this is NOT another online tool:</a:t>
            </a:r>
          </a:p>
          <a:p>
            <a:r>
              <a:t>- Does not just generate resumes</a:t>
            </a:r>
          </a:p>
          <a:p>
            <a:r>
              <a:t>- Does not auto-add fake skills</a:t>
            </a:r>
          </a:p>
          <a:p>
            <a:r>
              <a:t>- Produces interview readiness intelligence</a:t>
            </a:r>
          </a:p>
          <a:p>
            <a:r>
              <a:t>- Outputs structured, evaluable reports</a:t>
            </a:r>
          </a:p>
          <a:p/>
          <a:p>
            <a:r>
              <a:t>Scales to colleges, career platforms, and hiring ecosystems.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shift from resume beautification to career intelligence.</a:t>
            </a:r>
          </a:p>
          <a:p>
            <a:r>
              <a:t>GenAI is used for reasoning, validation, and evaluation — not just text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